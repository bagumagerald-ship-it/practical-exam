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E9B7F-B23E-4521-9003-FF1DBFEE619C}" type="datetimeFigureOut">
              <a:rPr lang="en-US" smtClean="0"/>
              <a:t>Sun 14-December-2025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A4A6-C475-43E9-AED2-60A3AD6E2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574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E9B7F-B23E-4521-9003-FF1DBFEE619C}" type="datetimeFigureOut">
              <a:rPr lang="en-US" smtClean="0"/>
              <a:t>Sun 14-December-2025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A4A6-C475-43E9-AED2-60A3AD6E2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554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E9B7F-B23E-4521-9003-FF1DBFEE619C}" type="datetimeFigureOut">
              <a:rPr lang="en-US" smtClean="0"/>
              <a:t>Sun 14-December-2025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A4A6-C475-43E9-AED2-60A3AD6E2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29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E9B7F-B23E-4521-9003-FF1DBFEE619C}" type="datetimeFigureOut">
              <a:rPr lang="en-US" smtClean="0"/>
              <a:t>Sun 14-December-2025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A4A6-C475-43E9-AED2-60A3AD6E2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942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E9B7F-B23E-4521-9003-FF1DBFEE619C}" type="datetimeFigureOut">
              <a:rPr lang="en-US" smtClean="0"/>
              <a:t>Sun 14-December-2025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A4A6-C475-43E9-AED2-60A3AD6E2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86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E9B7F-B23E-4521-9003-FF1DBFEE619C}" type="datetimeFigureOut">
              <a:rPr lang="en-US" smtClean="0"/>
              <a:t>Sun 14-December-2025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A4A6-C475-43E9-AED2-60A3AD6E2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64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E9B7F-B23E-4521-9003-FF1DBFEE619C}" type="datetimeFigureOut">
              <a:rPr lang="en-US" smtClean="0"/>
              <a:t>Sun 14-December-2025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A4A6-C475-43E9-AED2-60A3AD6E2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953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E9B7F-B23E-4521-9003-FF1DBFEE619C}" type="datetimeFigureOut">
              <a:rPr lang="en-US" smtClean="0"/>
              <a:t>Sun 14-December-2025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A4A6-C475-43E9-AED2-60A3AD6E2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715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E9B7F-B23E-4521-9003-FF1DBFEE619C}" type="datetimeFigureOut">
              <a:rPr lang="en-US" smtClean="0"/>
              <a:t>Sun 14-December-2025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A4A6-C475-43E9-AED2-60A3AD6E2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570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E9B7F-B23E-4521-9003-FF1DBFEE619C}" type="datetimeFigureOut">
              <a:rPr lang="en-US" smtClean="0"/>
              <a:t>Sun 14-December-2025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A4A6-C475-43E9-AED2-60A3AD6E2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04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E9B7F-B23E-4521-9003-FF1DBFEE619C}" type="datetimeFigureOut">
              <a:rPr lang="en-US" smtClean="0"/>
              <a:t>Sun 14-December-2025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A4A6-C475-43E9-AED2-60A3AD6E2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91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E9B7F-B23E-4521-9003-FF1DBFEE619C}" type="datetimeFigureOut">
              <a:rPr lang="en-US" smtClean="0"/>
              <a:t>Sun 14-December-2025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3A4A6-C475-43E9-AED2-60A3AD6E2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898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Code output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Baguma</a:t>
            </a:r>
            <a:r>
              <a:rPr lang="en-US" dirty="0" smtClean="0"/>
              <a:t> Gerald 2023-B072-31712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204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 A: DATASET, TRANSACTION AND ONE ENCODED FORMAT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459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964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 B : APRORI ALGORITHM_FREQUENT ITEMSETS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0837" y="1905501"/>
            <a:ext cx="6630325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859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 B : APRORI ALGORITHM_ASSOCIATION RULES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1711" y="1825625"/>
            <a:ext cx="700857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730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 C THREE STRONGGEST RULES BASED ON LIFT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smtClean="0"/>
              <a:t>Rule 1: Diapers → Beer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This rule indicates that customers who buy </a:t>
            </a:r>
            <a:r>
              <a:rPr lang="en-US" b="1" dirty="0" smtClean="0"/>
              <a:t>diapers</a:t>
            </a:r>
            <a:r>
              <a:rPr lang="en-US" dirty="0" smtClean="0"/>
              <a:t> are also very likely to buy </a:t>
            </a:r>
            <a:r>
              <a:rPr lang="en-US" b="1" dirty="0" smtClean="0"/>
              <a:t>beer</a:t>
            </a:r>
            <a:r>
              <a:rPr lang="en-US" dirty="0" smtClean="0"/>
              <a:t> in the same transaction.</a:t>
            </a:r>
          </a:p>
          <a:p>
            <a:r>
              <a:rPr lang="en-US" b="1" dirty="0" smtClean="0"/>
              <a:t>Interpretation: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There is a strong association between diapers and beer purchases, suggesting complementary buying behavior, possibly driven by household or lifestyle patterns.</a:t>
            </a:r>
          </a:p>
          <a:p>
            <a:r>
              <a:rPr lang="en-US" b="1" dirty="0" smtClean="0"/>
              <a:t>Rule 2: Bread &amp; Milk → Butter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Customers who purchase </a:t>
            </a:r>
            <a:r>
              <a:rPr lang="en-US" b="1" dirty="0" smtClean="0"/>
              <a:t>bread and milk together</a:t>
            </a:r>
            <a:r>
              <a:rPr lang="en-US" dirty="0" smtClean="0"/>
              <a:t> have a high probability of also buying </a:t>
            </a:r>
            <a:r>
              <a:rPr lang="en-US" b="1" dirty="0" smtClean="0"/>
              <a:t>butter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Interpretation: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These items are commonly used together, indicating a typical breakfast or household shopping pattern.</a:t>
            </a:r>
          </a:p>
          <a:p>
            <a:r>
              <a:rPr lang="en-US" b="1" dirty="0" smtClean="0"/>
              <a:t>Rule 3: Eggs → Milk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 rule shows that when customers buy </a:t>
            </a:r>
            <a:r>
              <a:rPr lang="en-US" b="1" dirty="0" smtClean="0"/>
              <a:t>eggs</a:t>
            </a:r>
            <a:r>
              <a:rPr lang="en-US" dirty="0" smtClean="0"/>
              <a:t>, they are likely to also buy </a:t>
            </a:r>
            <a:r>
              <a:rPr lang="en-US" b="1" dirty="0" smtClean="0"/>
              <a:t>milk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Interpretation: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This suggests that eggs and milk are complementary products frequently purchased together for home consumption.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47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BUSINESSS RECOMENDATIONS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1. Product placement </a:t>
            </a:r>
            <a:r>
              <a:rPr lang="en-US" b="1" dirty="0"/>
              <a:t>s</a:t>
            </a:r>
            <a:r>
              <a:rPr lang="en-US" b="1" dirty="0" smtClean="0"/>
              <a:t>trategy</a:t>
            </a:r>
          </a:p>
          <a:p>
            <a:r>
              <a:rPr lang="en-US" dirty="0" smtClean="0"/>
              <a:t>Place </a:t>
            </a:r>
            <a:r>
              <a:rPr lang="en-US" b="1" dirty="0" smtClean="0"/>
              <a:t>diapers and beer</a:t>
            </a:r>
            <a:r>
              <a:rPr lang="en-US" dirty="0" smtClean="0"/>
              <a:t> close to each other in the supermarket or promote them together.</a:t>
            </a:r>
          </a:p>
          <a:p>
            <a:r>
              <a:rPr lang="en-US" dirty="0" smtClean="0"/>
              <a:t>This can increase impulse purchases and overall basket value.</a:t>
            </a:r>
          </a:p>
          <a:p>
            <a:pPr marL="0" indent="0">
              <a:buNone/>
            </a:pPr>
            <a:r>
              <a:rPr lang="en-US" b="1" dirty="0" smtClean="0"/>
              <a:t>2. Cross-Selling &amp; Promotions</a:t>
            </a:r>
          </a:p>
          <a:p>
            <a:r>
              <a:rPr lang="en-US" dirty="0" smtClean="0"/>
              <a:t>Bundle </a:t>
            </a:r>
            <a:r>
              <a:rPr lang="en-US" b="1" dirty="0" smtClean="0"/>
              <a:t>bread, milk, and butter</a:t>
            </a:r>
            <a:r>
              <a:rPr lang="en-US" dirty="0" smtClean="0"/>
              <a:t> or offer discounts when customers buy these items together.</a:t>
            </a:r>
          </a:p>
          <a:p>
            <a:r>
              <a:rPr lang="en-US" dirty="0" smtClean="0"/>
              <a:t>This encourages customers to purchase related items in one trip, improving sales and customer convenience.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837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113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Code output</vt:lpstr>
      <vt:lpstr>PART A: DATASET, TRANSACTION AND ONE ENCODED FORMAT</vt:lpstr>
      <vt:lpstr>PART B : APRORI ALGORITHM_FREQUENT ITEMSETS</vt:lpstr>
      <vt:lpstr>PART B : APRORI ALGORITHM_ASSOCIATION RULES</vt:lpstr>
      <vt:lpstr>PART C THREE STRONGGEST RULES BASED ON LIFT </vt:lpstr>
      <vt:lpstr>BUSINESSS RECOMENDATIONS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output</dc:title>
  <dc:creator>M</dc:creator>
  <cp:lastModifiedBy>M</cp:lastModifiedBy>
  <cp:revision>3</cp:revision>
  <dcterms:created xsi:type="dcterms:W3CDTF">2025-12-14T11:31:04Z</dcterms:created>
  <dcterms:modified xsi:type="dcterms:W3CDTF">2025-12-14T11:53:21Z</dcterms:modified>
</cp:coreProperties>
</file>